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750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095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08697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20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02535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37251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82681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96232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30923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3897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44796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3421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90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cover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49" y="1740683"/>
            <a:ext cx="11832880" cy="1563832"/>
          </a:xfrm>
        </p:spPr>
        <p:txBody>
          <a:bodyPr>
            <a:normAutofit/>
          </a:bodyPr>
          <a:lstStyle/>
          <a:p>
            <a:pPr algn="ctr"/>
            <a:r>
              <a:rPr lang="ru-RU" dirty="0" err="1">
                <a:solidFill>
                  <a:schemeClr val="tx1"/>
                </a:solidFill>
                <a:latin typeface="Arial Black" panose="020B0A04020102020204" pitchFamily="34" charset="0"/>
              </a:rPr>
              <a:t>Авитя</a:t>
            </a:r>
            <a:r>
              <a:rPr lang="ru-RU" dirty="0">
                <a:solidFill>
                  <a:schemeClr val="tx1"/>
                </a:solidFill>
                <a:latin typeface="Arial Black" panose="020B0A04020102020204" pitchFamily="34" charset="0"/>
              </a:rPr>
              <a:t> –</a:t>
            </a:r>
            <a:r>
              <a:rPr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площадка</a:t>
            </a:r>
            <a:r>
              <a:rPr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объявлений</a:t>
            </a:r>
            <a:endParaRPr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819" y="2906163"/>
            <a:ext cx="11651810" cy="3513152"/>
          </a:xfrm>
        </p:spPr>
        <p:txBody>
          <a:bodyPr/>
          <a:lstStyle/>
          <a:p>
            <a:pPr marL="0" indent="0">
              <a:buNone/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Цель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работы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: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Создать полноценный сайт объявлений с полноценным бэкендом и базой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Система аккаунтов: регистрация, авторизация, личный кабинет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Полноценная альтернатива привычным сервисам объявлений</a:t>
            </a:r>
          </a:p>
          <a:p>
            <a:pPr marL="0" indent="0">
              <a:buNone/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8" name="Рисунок 7" descr="Изображение выглядит как Красочность, Графика, снимок экрана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7E7EE08-CB7D-E5EC-5526-101719E0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57" y="359543"/>
            <a:ext cx="4897924" cy="115685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471" y="1792936"/>
            <a:ext cx="9784080" cy="1508760"/>
          </a:xfrm>
        </p:spPr>
        <p:txBody>
          <a:bodyPr/>
          <a:lstStyle/>
          <a:p>
            <a:pPr algn="ctr"/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Формат</a:t>
            </a:r>
            <a:r>
              <a:rPr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сайта</a:t>
            </a:r>
            <a:r>
              <a:rPr dirty="0">
                <a:solidFill>
                  <a:schemeClr val="tx1"/>
                </a:solidFill>
                <a:latin typeface="Arial Black" panose="020B0A04020102020204" pitchFamily="34" charset="0"/>
              </a:rPr>
              <a:t> и </a:t>
            </a:r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реализация</a:t>
            </a:r>
            <a:endParaRPr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283" y="2852928"/>
            <a:ext cx="5712462" cy="37208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 err="1">
                <a:solidFill>
                  <a:schemeClr val="tx1"/>
                </a:solidFill>
                <a:latin typeface="Comic Sans MS" panose="030F0702030302020204" pitchFamily="66" charset="0"/>
              </a:rPr>
              <a:t>Фронтенд</a:t>
            </a:r>
            <a:r>
              <a:rPr lang="ru-RU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HTML — структура страниц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SCSS — стилизация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JavaScript (ES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Modules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) — логика клиента</a:t>
            </a:r>
          </a:p>
        </p:txBody>
      </p:sp>
      <p:pic>
        <p:nvPicPr>
          <p:cNvPr id="4" name="Рисунок 3" descr="Изображение выглядит как Красочность, Графика, снимок экрана, круг">
            <a:extLst>
              <a:ext uri="{FF2B5EF4-FFF2-40B4-BE49-F238E27FC236}">
                <a16:creationId xmlns:a16="http://schemas.microsoft.com/office/drawing/2014/main" id="{E3E0AC6F-FB3E-92ED-494D-F5FEC22A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57" y="359543"/>
            <a:ext cx="4897924" cy="11568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6BC41-25AC-3B3B-8EB5-4870B7B5210B}"/>
              </a:ext>
            </a:extLst>
          </p:cNvPr>
          <p:cNvSpPr txBox="1"/>
          <p:nvPr/>
        </p:nvSpPr>
        <p:spPr>
          <a:xfrm>
            <a:off x="5939511" y="2852928"/>
            <a:ext cx="556573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Бэкенд:</a:t>
            </a:r>
          </a:p>
          <a:p>
            <a:pPr marL="457200" indent="-457200"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PHP 8 — серверная логика и REST API</a:t>
            </a:r>
          </a:p>
          <a:p>
            <a:pPr marL="457200" indent="-457200"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MySQL /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MariaDB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— база данных</a:t>
            </a:r>
          </a:p>
          <a:p>
            <a:pPr marL="457200" indent="-457200"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PDO — безопасная работа с БД</a:t>
            </a:r>
          </a:p>
          <a:p>
            <a:pPr marL="457200" indent="-457200"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XAMPP / LAMPP — локальная среда разработки</a:t>
            </a:r>
          </a:p>
          <a:p>
            <a:endParaRPr lang="ru-RU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22347"/>
            <a:ext cx="12192000" cy="931689"/>
          </a:xfrm>
        </p:spPr>
        <p:txBody>
          <a:bodyPr>
            <a:normAutofit/>
          </a:bodyPr>
          <a:lstStyle/>
          <a:p>
            <a:pPr algn="ctr"/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Структура</a:t>
            </a:r>
            <a:r>
              <a:rPr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rial Black" panose="020B0A04020102020204" pitchFamily="34" charset="0"/>
              </a:rPr>
              <a:t>сайта</a:t>
            </a:r>
            <a:r>
              <a:rPr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6" name="Рисунок 5" descr="Изображение выглядит как Красочность, Графика, снимок экрана, круг">
            <a:extLst>
              <a:ext uri="{FF2B5EF4-FFF2-40B4-BE49-F238E27FC236}">
                <a16:creationId xmlns:a16="http://schemas.microsoft.com/office/drawing/2014/main" id="{F0EAE5EF-58FF-574A-C1E5-3385EA71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57" y="359543"/>
            <a:ext cx="4897924" cy="11568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41D721-6E79-78B4-1132-8BA74B3F868F}"/>
              </a:ext>
            </a:extLst>
          </p:cNvPr>
          <p:cNvSpPr txBox="1"/>
          <p:nvPr/>
        </p:nvSpPr>
        <p:spPr>
          <a:xfrm>
            <a:off x="332509" y="2724727"/>
            <a:ext cx="507076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Объявления: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Создание, редактирование, удаление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Загрузка фотографий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Фильтрация по категориям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Добавление в избранное (лайк)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Аккаунты: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Регистрация и вход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Личный кабинет (никнейм,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еmail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город)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Настройки профиля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A189D-58E8-91B6-8708-F0497473F2FD}"/>
              </a:ext>
            </a:extLst>
          </p:cNvPr>
          <p:cNvSpPr txBox="1"/>
          <p:nvPr/>
        </p:nvSpPr>
        <p:spPr>
          <a:xfrm>
            <a:off x="5985164" y="2854036"/>
            <a:ext cx="562494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Поиск: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Живой поиск с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dropdown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Страница результатов поиска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Общение: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Чат между пользователями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Кнопка «Написать продавцу»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Безопасность: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Редактировать только собственные объявления</a:t>
            </a:r>
          </a:p>
          <a:p>
            <a:pPr marL="457200" indent="-457200"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Хеширование паролей</a:t>
            </a:r>
          </a:p>
          <a:p>
            <a:endParaRPr lang="ru-RU" dirty="0"/>
          </a:p>
        </p:txBody>
      </p:sp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Окаймление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Окаймление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39</TotalTime>
  <Words>144</Words>
  <Application>Microsoft Office PowerPoint</Application>
  <PresentationFormat>Широкоэкранный</PresentationFormat>
  <Paragraphs>34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Comic Sans MS</vt:lpstr>
      <vt:lpstr>Corbel</vt:lpstr>
      <vt:lpstr>Wingdings</vt:lpstr>
      <vt:lpstr>Окаймление</vt:lpstr>
      <vt:lpstr>Авитя – площадка объявлений</vt:lpstr>
      <vt:lpstr>Формат сайта и реализация</vt:lpstr>
      <vt:lpstr>Структура сайта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Даниил Подосенников</dc:creator>
  <cp:keywords/>
  <dc:description>
</dc:description>
  <cp:lastModifiedBy>Даниил Подосенников</cp:lastModifiedBy>
  <cp:revision>5</cp:revision>
  <dcterms:created xsi:type="dcterms:W3CDTF">2013-01-27T09:14:16Z</dcterms:created>
  <dcterms:modified xsi:type="dcterms:W3CDTF">2026-04-19T18:30:31Z</dcterms:modified>
  <cp:category/>
</cp:coreProperties>
</file>